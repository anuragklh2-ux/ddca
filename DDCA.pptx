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embeddedFontLst>
    <p:embeddedFont>
      <p:font typeface="Geist" panose="020B0604020202020204" charset="0"/>
      <p:regular r:id="rId14"/>
    </p:embeddedFont>
    <p:embeddedFont>
      <p:font typeface="Geist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3238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839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813024"/>
            <a:ext cx="6296860" cy="2457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1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Design and Simulation of an Automatic Street Light Control System Using Combinational Logic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sz="3700" b="1" kern="0" spc="-74" dirty="0">
              <a:solidFill>
                <a:srgbClr val="F2F5FA"/>
              </a:solidFill>
              <a:latin typeface="Geist Bold" pitchFamily="34" charset="0"/>
              <a:ea typeface="Geist Bold" pitchFamily="34" charset="-122"/>
              <a:cs typeface="Geist Bold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endParaRPr lang="en-US" sz="3700" b="1" kern="0" spc="-74" dirty="0">
              <a:solidFill>
                <a:srgbClr val="F2F5FA"/>
              </a:solidFill>
              <a:latin typeface="Geist Bold" pitchFamily="34" charset="0"/>
              <a:ea typeface="Geist Bold" pitchFamily="34" charset="-122"/>
              <a:cs typeface="Geist Bold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26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Presented by 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sz="2600" b="1" kern="0" spc="-74" dirty="0">
              <a:solidFill>
                <a:srgbClr val="F2F5FA"/>
              </a:solidFill>
              <a:latin typeface="Geist Bold" pitchFamily="34" charset="0"/>
              <a:ea typeface="Geist Bold" pitchFamily="34" charset="-122"/>
              <a:cs typeface="Geist Bold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26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 Sai  Vidyanandh 260030579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26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 Sai Spoorthi           2620030569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26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 </a:t>
            </a:r>
            <a:r>
              <a:rPr lang="en-US" sz="2600" b="1" kern="0" spc="-74" dirty="0" err="1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pranathi</a:t>
            </a:r>
            <a:r>
              <a:rPr lang="en-US" sz="26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                   2620030670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26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 Bharath                     2620030574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26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 </a:t>
            </a:r>
            <a:r>
              <a:rPr lang="en-US" sz="2600" b="1" kern="0" spc="-74" dirty="0" err="1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manideep</a:t>
            </a:r>
            <a:r>
              <a:rPr lang="en-US" sz="26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              2620090053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839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311970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Abstract</a:t>
            </a:r>
            <a:endParaRPr lang="en-US" sz="3700" dirty="0"/>
          </a:p>
        </p:txBody>
      </p:sp>
      <p:sp>
        <p:nvSpPr>
          <p:cNvPr id="5" name="Shape 1"/>
          <p:cNvSpPr/>
          <p:nvPr/>
        </p:nvSpPr>
        <p:spPr>
          <a:xfrm>
            <a:off x="661475" y="2209701"/>
            <a:ext cx="3053877" cy="1573609"/>
          </a:xfrm>
          <a:prstGeom prst="roundRect">
            <a:avLst>
              <a:gd name="adj" fmla="val 504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69531" y="2417762"/>
            <a:ext cx="2637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Concept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869531" y="2838252"/>
            <a:ext cx="2637764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Automatic street light control using combinational logic gates to reduce energy waste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3904359" y="2209701"/>
            <a:ext cx="3053976" cy="1573609"/>
          </a:xfrm>
          <a:prstGeom prst="roundRect">
            <a:avLst>
              <a:gd name="adj" fmla="val 504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2415" y="2417762"/>
            <a:ext cx="2637863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112415" y="2838252"/>
            <a:ext cx="2637863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Ambient light intensity (LDR) and motion detection drive the control signal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61475" y="3972322"/>
            <a:ext cx="3053877" cy="1573609"/>
          </a:xfrm>
          <a:prstGeom prst="roundRect">
            <a:avLst>
              <a:gd name="adj" fmla="val 504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9531" y="4180384"/>
            <a:ext cx="2637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Tool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869531" y="4600873"/>
            <a:ext cx="2637764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Designed and simulated in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Logisim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using AND, OR, and NOT logic gates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3904359" y="3972322"/>
            <a:ext cx="3053976" cy="1573609"/>
          </a:xfrm>
          <a:prstGeom prst="roundRect">
            <a:avLst>
              <a:gd name="adj" fmla="val 504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112415" y="4180384"/>
            <a:ext cx="2637863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Impact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4112415" y="4600873"/>
            <a:ext cx="2637863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D7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40–50% energy savings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compared to manual control systems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7398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Hardware and Software Requirements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25663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014141"/>
            <a:ext cx="690326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Simulation Tools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510234"/>
            <a:ext cx="7512854" cy="245666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Logisim — digital circuit design and simulation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2944912"/>
            <a:ext cx="690326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Hardware Components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3441005"/>
            <a:ext cx="6903269" cy="118090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Logic gates: AND, OR, NOT, NAND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LDR sensor and motion sensor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LED indicator and relay module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Breadboard, jumper wires, resistors, capacitors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33201" y="4810919"/>
            <a:ext cx="690326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Power Supply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633201" y="5307012"/>
            <a:ext cx="6903269" cy="55741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5V DC for logic circuits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12V DC for street light load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839" y="1091406"/>
            <a:ext cx="3506303" cy="46751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61475" y="2675930"/>
            <a:ext cx="1001588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5" name="Text 1"/>
          <p:cNvSpPr/>
          <p:nvPr/>
        </p:nvSpPr>
        <p:spPr>
          <a:xfrm>
            <a:off x="774879" y="2732584"/>
            <a:ext cx="138436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CHAPTER 1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61475" y="3038673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Design and Implementation</a:t>
            </a:r>
            <a:endParaRPr lang="en-US" sz="3700" dirty="0"/>
          </a:p>
        </p:txBody>
      </p:sp>
      <p:sp>
        <p:nvSpPr>
          <p:cNvPr id="7" name="Text 3"/>
          <p:cNvSpPr/>
          <p:nvPr/>
        </p:nvSpPr>
        <p:spPr>
          <a:xfrm>
            <a:off x="661475" y="3936405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Exploring the system architecture, truth table, and Logisim circuit design.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0971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Overview and Inputs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53258"/>
            <a:ext cx="1524756" cy="15247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014291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Light Sensor 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434780"/>
            <a:ext cx="346542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Detects ambient light intensity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4793853"/>
            <a:ext cx="3465426" cy="55741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Outputs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when </a:t>
            </a:r>
            <a:r>
              <a:rPr lang="en-US" sz="1450" dirty="0">
                <a:solidFill>
                  <a:srgbClr val="FFD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dark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Outputs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0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when bright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253258"/>
            <a:ext cx="1524756" cy="15247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4014291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Motion Sensor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4434780"/>
            <a:ext cx="346542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Detects vehicle or pedestrian movement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363135" y="5039519"/>
            <a:ext cx="3465426" cy="55741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Outputs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when motion detected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Outputs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0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when idle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253258"/>
            <a:ext cx="1524756" cy="15247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64794" y="4014291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Output Signal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064794" y="4434780"/>
            <a:ext cx="346542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Street light control signal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8064794" y="4793853"/>
            <a:ext cx="3465426" cy="55741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= Light </a:t>
            </a:r>
            <a:r>
              <a:rPr lang="en-US" sz="1450" dirty="0">
                <a:solidFill>
                  <a:srgbClr val="FFD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0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= Light OFF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A79C82-E2A4-4200-D575-80D413BB4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851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5509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Truth Table and Boolean Logic</a:t>
            </a:r>
            <a:endParaRPr lang="en-US" sz="3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975179"/>
              </p:ext>
            </p:extLst>
          </p:nvPr>
        </p:nvGraphicFramePr>
        <p:xfrm>
          <a:off x="661475" y="2645866"/>
          <a:ext cx="5203794" cy="2451235"/>
        </p:xfrm>
        <a:graphic>
          <a:graphicData uri="http://schemas.openxmlformats.org/drawingml/2006/table">
            <a:tbl>
              <a:tblPr/>
              <a:tblGrid>
                <a:gridCol w="1734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4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3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Light </a:t>
                      </a:r>
                      <a:r>
                        <a:rPr lang="en-US" sz="1450" b="1" dirty="0" err="1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sencor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Motion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Output (Light)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 — OFF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 — OFF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 — OFF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3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 — ON 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332776" y="2622252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Conditions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3118346"/>
            <a:ext cx="5203794" cy="86915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Light turns </a:t>
            </a:r>
            <a:r>
              <a:rPr lang="en-US" sz="1450" b="1" dirty="0">
                <a:solidFill>
                  <a:srgbClr val="FFD7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ON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only when dark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AND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motion is detected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Light stays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OFF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when bright, regardless of motion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Light stays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OFF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at night when no motion is present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200128"/>
            <a:ext cx="5203794" cy="680244"/>
          </a:xfrm>
          <a:prstGeom prst="roundRect">
            <a:avLst>
              <a:gd name="adj" fmla="val 11670"/>
            </a:avLst>
          </a:prstGeom>
          <a:solidFill>
            <a:srgbClr val="002A8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783" y="4455120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4417417"/>
            <a:ext cx="501012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Boolean Expression: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Output = LDR AND Motion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698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Circuit Design in Logisim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57" y="1682055"/>
            <a:ext cx="6822607" cy="31225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25830" y="4058135"/>
            <a:ext cx="1280874" cy="25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Street Light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311578" y="4058135"/>
            <a:ext cx="1280874" cy="25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Relay Module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2706099" y="4058135"/>
            <a:ext cx="1280874" cy="25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AND Gate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65528" y="4058135"/>
            <a:ext cx="1280874" cy="25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LDR Input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32251" y="1658441"/>
            <a:ext cx="350421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Implementation Steps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8032251" y="217814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03141" y="2206526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4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46499" y="2237184"/>
            <a:ext cx="2889971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Motion Input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646499" y="2733278"/>
            <a:ext cx="2889971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Motion sensor connected to AND gate (positive logic)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032251" y="360263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03141" y="3631009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4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646499" y="3661668"/>
            <a:ext cx="2889971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AND Gate Output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8646499" y="4157762"/>
            <a:ext cx="2889971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Drives the relay module to control the street light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032251" y="502711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03141" y="5055493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4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646499" y="5086152"/>
            <a:ext cx="2889971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LED Indicator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8646499" y="5582245"/>
            <a:ext cx="2889971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Visual status indicator for light state in simulation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87029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Working Principle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79316"/>
            <a:ext cx="3622882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724374"/>
            <a:ext cx="324486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Day Mode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4144863"/>
            <a:ext cx="3244868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LDR = 0 (bright)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AND output = 0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Light stays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OFF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779316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3364" y="3724374"/>
            <a:ext cx="324486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Night — No Motion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73364" y="4144863"/>
            <a:ext cx="3244868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LDR = 1, Motion = 0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AND output = 0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Light stays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OFF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779316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6246" y="3724374"/>
            <a:ext cx="324486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Night — Motion Detected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96246" y="4144863"/>
            <a:ext cx="3244868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LDR = 1, Motion = 1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AND output = 1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Light turns </a:t>
            </a:r>
            <a:r>
              <a:rPr lang="en-US" sz="1450" b="1" dirty="0">
                <a:solidFill>
                  <a:srgbClr val="FFD7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ON </a:t>
            </a: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839" y="1091406"/>
            <a:ext cx="3506303" cy="46751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61475" y="2553097"/>
            <a:ext cx="1037108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5" name="Text 1"/>
          <p:cNvSpPr/>
          <p:nvPr/>
        </p:nvSpPr>
        <p:spPr>
          <a:xfrm>
            <a:off x="774879" y="2609751"/>
            <a:ext cx="141988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CHAPTER 2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61475" y="2915841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Results and Testing</a:t>
            </a:r>
            <a:endParaRPr lang="en-US" sz="3700" dirty="0"/>
          </a:p>
        </p:txBody>
      </p:sp>
      <p:sp>
        <p:nvSpPr>
          <p:cNvPr id="7" name="Text 3"/>
          <p:cNvSpPr/>
          <p:nvPr/>
        </p:nvSpPr>
        <p:spPr>
          <a:xfrm>
            <a:off x="661475" y="3813572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Verifying all test cases, measuring performance, and confirming energy efficiency outcomes.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2226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Simulation Results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08969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9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768898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Test Cases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189387"/>
            <a:ext cx="346542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 verified in Logisim simulation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1908969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9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&lt;1ms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2768898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Response Time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3189387"/>
            <a:ext cx="346542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Combinational logic, zero propagation delay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1908969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9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50%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2768898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Energy Saved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3189387"/>
            <a:ext cx="346542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Compared to always-on manual systems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3964186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Power Consumption Breakdown</a:t>
            </a:r>
            <a:endParaRPr lang="en-US" sz="1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4554736"/>
          <a:ext cx="10868746" cy="1468201"/>
        </p:xfrm>
        <a:graphic>
          <a:graphicData uri="http://schemas.openxmlformats.org/drawingml/2006/table">
            <a:tbl>
              <a:tblPr/>
              <a:tblGrid>
                <a:gridCol w="543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3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Component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Power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Logic Circuit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50 mW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3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LED Street Light Load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60 W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456</Words>
  <Application>Microsoft Office PowerPoint</Application>
  <PresentationFormat>Widescreen</PresentationFormat>
  <Paragraphs>125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Geist</vt:lpstr>
      <vt:lpstr>Arial</vt:lpstr>
      <vt:lpstr>Geist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sai vidyanandh</cp:lastModifiedBy>
  <cp:revision>7</cp:revision>
  <dcterms:created xsi:type="dcterms:W3CDTF">2026-09-01T05:16:57Z</dcterms:created>
  <dcterms:modified xsi:type="dcterms:W3CDTF">2026-09-10T08:08:01Z</dcterms:modified>
</cp:coreProperties>
</file>